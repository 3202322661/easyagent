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🤖  Easy 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BBDEFB"/>
                </a:solidFill>
                <a:latin typeface="微软雅黑"/>
              </a:defRPr>
            </a:pPr>
            <a:r>
              <a:t>大模型智能体工具平台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90CAF9"/>
                </a:solidFill>
                <a:latin typeface="微软雅黑"/>
              </a:defRPr>
            </a:pPr>
            <a:r>
              <a:t>让 AI 帮你完成真实世界的工作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754880"/>
            <a:ext cx="27432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0CAF9"/>
                </a:solidFill>
                <a:latin typeface="微软雅黑"/>
              </a:defRPr>
            </a:pPr>
            <a:r>
              <a:t>CLI 命令行  ·  GUI 可视化  ·  8+ 内置工具  ·  双引擎 OCR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📋  项目简介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DEFB"/>
                </a:solidFill>
                <a:latin typeface="微软雅黑"/>
              </a:defRPr>
            </a:pPr>
            <a:r>
              <a:t>Easy Agents — 轻量级 LLM Agent 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47A1"/>
                </a:solidFill>
                <a:latin typeface="微软雅黑"/>
              </a:defRPr>
            </a:pPr>
            <a:r>
              <a:t>项目定位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Easy Agents 是一个基于大语言模型（LLM）的轻量级智能体框架。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用户只需输入自然语言指令，系统便会自动理解意图、规划任务、调用工具并返回结果。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47A1"/>
                </a:solidFill>
                <a:latin typeface="微软雅黑"/>
              </a:defRPr>
            </a:pPr>
            <a:r>
              <a:t>核心能力覆盖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🌤️ 天气查询     🗺️ 旅游推荐     📂 文件操作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📝 Word 文档自动化     🖼️ 图片 OCR 识别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💻 终端命令执行     🔄 Git 快捷操作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</a:p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47A1"/>
                </a:solidFill>
                <a:latin typeface="微软雅黑"/>
              </a:defRPr>
            </a:pPr>
            <a:r>
              <a:t>交互方式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命令行（main-agent.py）— 轻量终端交互，适合快速测试</a:t>
            </a:r>
          </a:p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微软雅黑"/>
              </a:defRPr>
            </a:pPr>
            <a:r>
              <a:t>可视化工作台（main-window.py）— PySide6 GUI，聊天面板 + 工具调用实时展示</a:t>
            </a:r>
          </a:p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</a:p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1A73E8"/>
                </a:solidFill>
                <a:latin typeface="微软雅黑"/>
              </a:defRPr>
            </a:pPr>
            <a:r>
              <a:t>💡 核心理念：让大模型成为你的"智能助手"，通过工具调用连接真实世界。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✨  核心能力总览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DEFB"/>
                </a:solidFill>
                <a:latin typeface="微软雅黑"/>
              </a:defRPr>
            </a:pPr>
            <a:r>
              <a:t>8 大核心功能，覆盖日常开发与办公场景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80467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  <a:gridCol w="256032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能力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功能说明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示例指令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🌤️ 天气查询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实时获取任意城市天气信息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"北京今天天气怎么样？"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🗺️ 旅游推荐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根据天气联网搜索景点推荐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"北京下雨了，有什么好玩的？"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📂 文件操作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列出目录树、读写代码文件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"读取 main-agent.py 内容"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📝 Word 文档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创建/编辑文档，设置字体格式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"创建一个项目报告文档"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🖼️ 图片 OCR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中英文文字识别，双引擎自动切换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"识别这张图片中的文字"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💻 终端命令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执行 bash 命令、运行脚本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"运行测试用例"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🔄 Git 操作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一键 add / commit / push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"把代码推送到远程仓库"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🧠 智能体引擎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EasyAgent.md 驱动生产级行为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(引擎内建，自动运行)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🚀  双模式运行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DEFB"/>
                </a:solidFill>
                <a:latin typeface="微软雅黑"/>
              </a:defRPr>
            </a:pPr>
            <a:r>
              <a:t>CLI 命令行  +  GUI 可视化工作台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931920" cy="5029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47A1"/>
                </a:solidFill>
                <a:latin typeface="微软雅黑"/>
              </a:defRPr>
            </a:pPr>
            <a:r>
              <a:t>模式一：命令行交互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4747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轻量级终端交互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适合快速测试和脚本化使用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• 启动命令：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E7D32"/>
                </a:solidFill>
                <a:latin typeface="微软雅黑"/>
              </a:defRPr>
            </a:pPr>
            <a:r>
              <a:t>  python main-agent.py</a:t>
            </a:r>
          </a:p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33333"/>
                </a:solidFill>
                <a:latin typeface="微软雅黑"/>
              </a:defRPr>
            </a:pPr>
          </a:p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特点：快速启动、低资源占用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适合开发调试与批量任务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280160"/>
            <a:ext cx="3931920" cy="5029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71600"/>
            <a:ext cx="3474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D47A1"/>
                </a:solidFill>
                <a:latin typeface="微软雅黑"/>
              </a:defRPr>
            </a:pPr>
            <a:r>
              <a:t>模式二：可视化工作台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828800"/>
            <a:ext cx="34747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PySide6/PyQt5 构建的 GUI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聊天式对话面板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工具调用实时展示（右侧面板）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• 内嵌配置面板，可视化设置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• 启动命令：</a:t>
            </a:r>
          </a:p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2E7D32"/>
                </a:solidFill>
                <a:latin typeface="微软雅黑"/>
              </a:defRPr>
            </a:pPr>
            <a:r>
              <a:t>  python main-window.py</a:t>
            </a:r>
          </a:p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  <a:defRPr sz="600" b="0">
                <a:solidFill>
                  <a:srgbClr val="333333"/>
                </a:solidFill>
                <a:latin typeface="微软雅黑"/>
              </a:defRPr>
            </a:pPr>
          </a:p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特点：现代化 UI、操作直观</a:t>
            </a:r>
          </a:p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微软雅黑"/>
              </a:defRPr>
            </a:pPr>
            <a:r>
              <a:t>适合日常使用与演示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🏗️  项目架构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DEFB"/>
                </a:solidFill>
                <a:latin typeface="微软雅黑"/>
              </a:defRPr>
            </a:pPr>
            <a:r>
              <a:t>模块化设计，自动注册，即插即用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4114800" cy="521208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74903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D47A1"/>
                </a:solidFill>
                <a:latin typeface="微软雅黑"/>
              </a:defRPr>
            </a:pPr>
            <a:r>
              <a:t>项目目录结构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749039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Consolas"/>
              </a:defRPr>
            </a:pPr>
            <a:r>
              <a:t>.</a:t>
            </a:r>
            <a:br/>
            <a:r>
              <a:t>├── main-agent.py         CLI 入口</a:t>
            </a:r>
            <a:br/>
            <a:r>
              <a:t>├── main-window.py        GUI 入口</a:t>
            </a:r>
            <a:br/>
            <a:r>
              <a:t>├── EasyAgent.md          系统提示词</a:t>
            </a:r>
            <a:br/>
            <a:r>
              <a:t>├── tool_configure.json   工具定义</a:t>
            </a:r>
            <a:br/>
            <a:r>
              <a:t>├── README.md             项目说明</a:t>
            </a:r>
            <a:br/>
            <a:r>
              <a:t>└── tools/</a:t>
            </a:r>
            <a:br/>
            <a:r>
              <a:t>    ├── travel_tool.py     天气/旅游</a:t>
            </a:r>
            <a:br/>
            <a:r>
              <a:t>    ├── code_tool.py       文件操作</a:t>
            </a:r>
            <a:br/>
            <a:r>
              <a:t>    ├── word_tool.py       Word 文档</a:t>
            </a:r>
            <a:br/>
            <a:r>
              <a:t>    ├── image_tool.py      图片 OCR</a:t>
            </a:r>
            <a:br/>
            <a:r>
              <a:t>    └── bash_tool.py       终端/Git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188720"/>
            <a:ext cx="4114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D47A1"/>
                </a:solidFill>
                <a:latin typeface="微软雅黑"/>
              </a:defRPr>
            </a:pPr>
            <a:r>
              <a:t>五大架构亮点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645920"/>
            <a:ext cx="3840480" cy="868680"/>
          </a:xfrm>
          <a:prstGeom prst="rect">
            <a:avLst/>
          </a:prstGeom>
          <a:solidFill>
            <a:srgbClr val="EEF2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691640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D47A1"/>
                </a:solidFill>
                <a:latin typeface="微软雅黑"/>
              </a:defRPr>
            </a:pPr>
            <a:r>
              <a:t>✦ 自动注册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11680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tools/ 下新建 .py 文件</a:t>
            </a:r>
            <a:br/>
            <a:r>
              <a:t>定义类型注解函数即可自动注册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633472"/>
            <a:ext cx="3840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679192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D47A1"/>
                </a:solidFill>
                <a:latin typeface="微软雅黑"/>
              </a:defRPr>
            </a:pPr>
            <a:r>
              <a:t>✦ 并行执行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999232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ThreadPoolExecutor 并发</a:t>
            </a:r>
            <a:br/>
            <a:r>
              <a:t>提升多工具响应速度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3621024"/>
            <a:ext cx="3840480" cy="868680"/>
          </a:xfrm>
          <a:prstGeom prst="rect">
            <a:avLst/>
          </a:prstGeom>
          <a:solidFill>
            <a:srgbClr val="EEF2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3666744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D47A1"/>
                </a:solidFill>
                <a:latin typeface="微软雅黑"/>
              </a:defRPr>
            </a:pPr>
            <a:r>
              <a:t>✦ 标准协议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986784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遵循 OpenAI Function Calling</a:t>
            </a:r>
            <a:br/>
            <a:r>
              <a:t>兼容 DeepSeek / GPT 等模型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4608576"/>
            <a:ext cx="3840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4654296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D47A1"/>
                </a:solidFill>
                <a:latin typeface="微软雅黑"/>
              </a:defRPr>
            </a:pPr>
            <a:r>
              <a:t>✦ 容错处理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974336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执行失败不中断主流程</a:t>
            </a:r>
            <a:br/>
            <a:r>
              <a:t>返回错误信息供继续决策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5596128"/>
            <a:ext cx="3840480" cy="868680"/>
          </a:xfrm>
          <a:prstGeom prst="rect">
            <a:avLst/>
          </a:prstGeom>
          <a:solidFill>
            <a:srgbClr val="EEF2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5641848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D47A1"/>
                </a:solidFill>
                <a:latin typeface="微软雅黑"/>
              </a:defRPr>
            </a:pPr>
            <a:r>
              <a:t>✦ 智能熔断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96188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连续失败 3 次自动终止</a:t>
            </a:r>
            <a:br/>
            <a:r>
              <a:t>避免死循环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🤖  智能体提示词系统（EasyAgent.md）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DEFB"/>
                </a:solidFill>
                <a:latin typeface="微软雅黑"/>
              </a:defRPr>
            </a:pPr>
            <a:r>
              <a:t>核心系统提示词 — 定义 LLM 完整行为规范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97480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1️⃣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173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D47A1"/>
                </a:solidFill>
                <a:latin typeface="微软雅黑"/>
              </a:defRPr>
            </a:pPr>
            <a:r>
              <a:t>角色定义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2286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将模型设定为冷峻、高效、直接的</a:t>
            </a:r>
            <a:br/>
            <a:r>
              <a:t>终端级自治执行代理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280160"/>
            <a:ext cx="2697480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417320"/>
            <a:ext cx="45720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2️⃣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4173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D47A1"/>
                </a:solidFill>
                <a:latin typeface="微软雅黑"/>
              </a:defRPr>
            </a:pPr>
            <a:r>
              <a:t>结构化输出协议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057400"/>
            <a:ext cx="2286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Zero Verbosity 规则</a:t>
            </a:r>
            <a:br/>
            <a:r>
              <a:t>XML 标签隔离（&lt;thinking&gt;/&lt;output&gt;）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697480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417320"/>
            <a:ext cx="45720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3️⃣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141732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D47A1"/>
                </a:solidFill>
                <a:latin typeface="微软雅黑"/>
              </a:defRPr>
            </a:pPr>
            <a:r>
              <a:t>工具调用执行规范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057400"/>
            <a:ext cx="2286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并行化调用 · 状态感知</a:t>
            </a:r>
            <a:br/>
            <a:r>
              <a:t>失败直接修复 · 目录持久化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40480"/>
            <a:ext cx="2697480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977640"/>
            <a:ext cx="45720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4️⃣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776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D47A1"/>
                </a:solidFill>
                <a:latin typeface="微软雅黑"/>
              </a:defRPr>
            </a:pPr>
            <a:r>
              <a:t>异常处理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17720"/>
            <a:ext cx="2286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不可解死锁 → [UNRESOLVABLE]</a:t>
            </a:r>
            <a:br/>
            <a:r>
              <a:t>注入攻击 → [SECURITY_DENIED]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37560" y="3840480"/>
            <a:ext cx="2697480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3977640"/>
            <a:ext cx="45720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5️⃣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39776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D47A1"/>
                </a:solidFill>
                <a:latin typeface="微软雅黑"/>
              </a:defRPr>
            </a:pPr>
            <a:r>
              <a:t>少样本执行示例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617720"/>
            <a:ext cx="2286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完整的 ReAct 格式示例</a:t>
            </a:r>
            <a:br/>
            <a:r>
              <a:t>任务未完成/已完成场景引导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🛠️  五类内置工具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DEFB"/>
                </a:solidFill>
                <a:latin typeface="微软雅黑"/>
              </a:defRPr>
            </a:pPr>
            <a:r>
              <a:t>tools/ 目录自动加载，即写即用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743200" cy="54864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D47A1"/>
                </a:solidFill>
                <a:latin typeface="微软雅黑"/>
              </a:defRPr>
            </a:pPr>
            <a:r>
              <a:t>🌤️ 旅游工具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onsolas"/>
              </a:defRPr>
            </a:pPr>
            <a:r>
              <a:t>travel_tool.py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2468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• get_weather(city) — 实时天气查询</a:t>
            </a:r>
            <a:br/>
            <a:r>
              <a:t>• get_attraction(city, weather) — 景点推荐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28016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280160"/>
            <a:ext cx="274320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46304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D47A1"/>
                </a:solidFill>
                <a:latin typeface="微软雅黑"/>
              </a:defRPr>
            </a:pPr>
            <a:r>
              <a:t>📂 代码工具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783080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onsolas"/>
              </a:defRPr>
            </a:pPr>
            <a:r>
              <a:t>code_tool.py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103120"/>
            <a:ext cx="2468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• list_project_files(dir_path) — 目录树</a:t>
            </a:r>
            <a:br/>
            <a:r>
              <a:t>• read_code_file(file_path) — 读取文件</a:t>
            </a:r>
            <a:br/>
            <a:r>
              <a:t>• write_code_file(file_path, content) — 写入文件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80160"/>
            <a:ext cx="2743200" cy="548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46304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D47A1"/>
                </a:solidFill>
                <a:latin typeface="微软雅黑"/>
              </a:defRPr>
            </a:pPr>
            <a:r>
              <a:t>🖼️ 图片工具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783080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onsolas"/>
              </a:defRPr>
            </a:pPr>
            <a:r>
              <a:t>image_tool.py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103120"/>
            <a:ext cx="2468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• read_image_text(file_path, lang) — OCR</a:t>
            </a:r>
            <a:br/>
            <a:r>
              <a:t>• read_image_info(file_path) — 图片信息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8620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86200"/>
            <a:ext cx="2743200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690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D47A1"/>
                </a:solidFill>
                <a:latin typeface="微软雅黑"/>
              </a:defRPr>
            </a:pPr>
            <a:r>
              <a:t>📝 Word 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389120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onsolas"/>
              </a:defRPr>
            </a:pPr>
            <a:r>
              <a:t>word_tool.py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709160"/>
            <a:ext cx="2468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• 创建/编辑文档 · 添加段落/标题/表格</a:t>
            </a:r>
            <a:br/>
            <a:r>
              <a:t>• 设置字体/颜色/对齐/页边距等格式</a:t>
            </a:r>
            <a:br/>
            <a:r>
              <a:t>• 读取文本/表格/文档概要信息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886200"/>
            <a:ext cx="27432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91840" y="3886200"/>
            <a:ext cx="2743200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4069080"/>
            <a:ext cx="2468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D47A1"/>
                </a:solidFill>
                <a:latin typeface="微软雅黑"/>
              </a:defRPr>
            </a:pPr>
            <a:r>
              <a:t>💻 Bash 工具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4389120"/>
            <a:ext cx="2468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onsolas"/>
              </a:defRPr>
            </a:pPr>
            <a:r>
              <a:t>bash_tool.py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709160"/>
            <a:ext cx="246888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• run_bash_command — 执行 bash 命令</a:t>
            </a:r>
            <a:br/>
            <a:r>
              <a:t>• git_quick_commit_push — 一键 Git 推送</a:t>
            </a:r>
            <a:br/>
            <a:r>
              <a:t>• run_python_script — 运行 Python 脚本</a:t>
            </a:r>
            <a:br/>
            <a:r>
              <a:t>• run_tests — 运行 pytest 测试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🚀  快速开始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DEFB"/>
                </a:solidFill>
                <a:latin typeface="微软雅黑"/>
              </a:defRPr>
            </a:pPr>
            <a:r>
              <a:t>5 分钟上手 Easy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D47A1"/>
                </a:solidFill>
                <a:latin typeface="微软雅黑"/>
              </a:defRPr>
            </a:pPr>
            <a:r>
              <a:t>📌 环境要求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56616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微软雅黑"/>
              </a:defRPr>
            </a:pPr>
            <a:r>
              <a:t>• Python 3.8+</a:t>
            </a:r>
          </a:p>
          <a:p>
            <a:pPr algn="l">
              <a:lnSpc>
                <a:spcPts val="520"/>
              </a:lnSpc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333333"/>
                </a:solidFill>
                <a:latin typeface="微软雅黑"/>
              </a:defRPr>
            </a:pP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安装基础依赖：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E7D32"/>
                </a:solidFill>
                <a:latin typeface="微软雅黑"/>
              </a:defRPr>
            </a:pPr>
            <a:r>
              <a:t>pip install openai requests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E7D32"/>
                </a:solidFill>
                <a:latin typeface="微软雅黑"/>
              </a:defRPr>
            </a:pPr>
            <a:r>
              <a:t>pip install tavily-python python-docx Pillow</a:t>
            </a:r>
          </a:p>
          <a:p>
            <a:pPr algn="l">
              <a:lnSpc>
                <a:spcPts val="520"/>
              </a:lnSpc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333333"/>
                </a:solidFill>
                <a:latin typeface="微软雅黑"/>
              </a:defRPr>
            </a:pP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GUI 版本：pip install PySide6</a:t>
            </a: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OCR 可选：pytesseract 或 PaddleOCR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57600"/>
            <a:ext cx="393192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D47A1"/>
                </a:solidFill>
                <a:latin typeface="微软雅黑"/>
              </a:defRPr>
            </a:pPr>
            <a:r>
              <a:t>🔧 配置环境变量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356616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E7D32"/>
                </a:solidFill>
                <a:latin typeface="微软雅黑"/>
              </a:defRPr>
            </a:pPr>
            <a:r>
              <a:t>export DEEPSEEK_API_KEY="xxx"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E7D32"/>
                </a:solidFill>
                <a:latin typeface="微软雅黑"/>
              </a:defRPr>
            </a:pPr>
            <a:r>
              <a:t>export TAVILY_API_KEY="xxx"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2E7D32"/>
                </a:solidFill>
                <a:latin typeface="微软雅黑"/>
              </a:defRPr>
            </a:pPr>
            <a:r>
              <a:t>export HTTP_PROXY="..."  (可选)</a:t>
            </a:r>
          </a:p>
          <a:p>
            <a:pPr algn="l">
              <a:lnSpc>
                <a:spcPts val="520"/>
              </a:lnSpc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333333"/>
                </a:solidFill>
                <a:latin typeface="微软雅黑"/>
              </a:defRPr>
            </a:pPr>
          </a:p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微软雅黑"/>
              </a:defRPr>
            </a:pPr>
            <a:r>
              <a:t>运行命令：</a:t>
            </a: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python main-agent.py     (命令行)</a:t>
            </a:r>
          </a:p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python main-window.py    (图形界面)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188720"/>
            <a:ext cx="3931920" cy="521208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D47A1"/>
                </a:solidFill>
                <a:latin typeface="微软雅黑"/>
              </a:defRPr>
            </a:pPr>
            <a:r>
              <a:t>💬 命令行交互示例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91640"/>
            <a:ext cx="3566160" cy="4572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73E8"/>
                </a:solidFill>
                <a:latin typeface="微软雅黑"/>
              </a:defRPr>
            </a:pPr>
            <a:r>
              <a:t>User: 北京今天天气怎么样？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🤖 → 多云 12°C 湿度45% 风速15km/h</a:t>
            </a:r>
          </a:p>
          <a:p>
            <a:pPr algn="l">
              <a:lnSpc>
                <a:spcPts val="520"/>
              </a:lnSpc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333333"/>
                </a:solidFill>
                <a:latin typeface="微软雅黑"/>
              </a:defRPr>
            </a:pP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73E8"/>
                </a:solidFill>
                <a:latin typeface="微软雅黑"/>
              </a:defRPr>
            </a:pPr>
            <a:r>
              <a:t>User: 创建一个Word文档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🤖 → ✓ 文档已创建</a:t>
            </a:r>
          </a:p>
          <a:p>
            <a:pPr algn="l">
              <a:lnSpc>
                <a:spcPts val="520"/>
              </a:lnSpc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333333"/>
                </a:solidFill>
                <a:latin typeface="微软雅黑"/>
              </a:defRPr>
            </a:pP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73E8"/>
                </a:solidFill>
                <a:latin typeface="微软雅黑"/>
              </a:defRPr>
            </a:pPr>
            <a:r>
              <a:t>User: 把代码推送到远程仓库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🤖 → 已推送至 origin/main</a:t>
            </a:r>
          </a:p>
          <a:p>
            <a:pPr algn="l">
              <a:lnSpc>
                <a:spcPts val="520"/>
              </a:lnSpc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333333"/>
                </a:solidFill>
                <a:latin typeface="微软雅黑"/>
              </a:defRPr>
            </a:pP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73E8"/>
                </a:solidFill>
                <a:latin typeface="微软雅黑"/>
              </a:defRPr>
            </a:pPr>
            <a:r>
              <a:t>User: 识别这张图片中的文字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🤖 → OCR 识别完成，15行文本</a:t>
            </a:r>
          </a:p>
          <a:p>
            <a:pPr algn="l">
              <a:lnSpc>
                <a:spcPts val="520"/>
              </a:lnSpc>
              <a:spcBef>
                <a:spcPts val="0"/>
              </a:spcBef>
              <a:spcAft>
                <a:spcPts val="0"/>
              </a:spcAft>
              <a:defRPr sz="400" b="0">
                <a:solidFill>
                  <a:srgbClr val="333333"/>
                </a:solidFill>
                <a:latin typeface="微软雅黑"/>
              </a:defRPr>
            </a:pP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1A73E8"/>
                </a:solidFill>
                <a:latin typeface="微软雅黑"/>
              </a:defRPr>
            </a:pPr>
            <a:r>
              <a:t>User: 运行所有的测试用例</a:t>
            </a:r>
          </a:p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微软雅黑"/>
              </a:defRPr>
            </a:pPr>
            <a:r>
              <a:t>🤖 → 命令执行成功！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微软雅黑"/>
              </a:defRPr>
            </a:pPr>
            <a:r>
              <a:t>🔧  高级特性  &amp;  📦 依赖一览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BBDEFB"/>
                </a:solidFill>
                <a:latin typeface="微软雅黑"/>
              </a:defRPr>
            </a:pPr>
            <a:r>
              <a:t>生产级能力 + 完整依赖清单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4389120" cy="5212080"/>
          </a:xfrm>
          <a:prstGeom prst="rect">
            <a:avLst/>
          </a:prstGeom>
          <a:solidFill>
            <a:srgbClr val="F8F9FA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微软雅黑"/>
              </a:defRPr>
            </a:pPr>
            <a:r>
              <a:t>✦ EasyAgent 智能体引擎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81912"/>
            <a:ext cx="3840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EasyAgent.md 加载完整智能体行为规范，</a:t>
            </a:r>
            <a:br/>
            <a:r>
              <a:t>驱动模型以生产级行为执行任务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微软雅黑"/>
              </a:defRPr>
            </a:pPr>
            <a:r>
              <a:t>✦ 工具自动注册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95144"/>
            <a:ext cx="3840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tools/ 下新建 .py 文件 + 类型注解</a:t>
            </a:r>
            <a:br/>
            <a:r>
              <a:t>即可自动发现和注册为可用工具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52344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微软雅黑"/>
              </a:defRPr>
            </a:pPr>
            <a:r>
              <a:t>✦ 多工具并行调用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08376"/>
            <a:ext cx="3840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ThreadPoolExecutor 并发执行，</a:t>
            </a:r>
            <a:br/>
            <a:r>
              <a:t>显著提升多工具协作效率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65576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微软雅黑"/>
              </a:defRPr>
            </a:pPr>
            <a:r>
              <a:t>✦ 双引擎 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21608"/>
            <a:ext cx="3840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pytesseract / PaddleOCR 自动检测切换，</a:t>
            </a:r>
            <a:br/>
            <a:r>
              <a:t>失败自动降级，无需手动配置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78808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微软雅黑"/>
              </a:defRPr>
            </a:pPr>
            <a:r>
              <a:t>✦ 多轮对话 + 熔断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3840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最多 30 轮调用链，连续失败 3 次</a:t>
            </a:r>
            <a:br/>
            <a:r>
              <a:t>自动熔断，避免死循环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92040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微软雅黑"/>
              </a:defRPr>
            </a:pPr>
            <a:r>
              <a:t>✦ 安全边界防御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48072"/>
            <a:ext cx="3840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注入攻击检测 → [SECURITY_DENIED]，</a:t>
            </a:r>
            <a:br/>
            <a:r>
              <a:t>保障环境安全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605272"/>
            <a:ext cx="40233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D47A1"/>
                </a:solidFill>
                <a:latin typeface="微软雅黑"/>
              </a:defRPr>
            </a:pPr>
            <a:r>
              <a:t>✦ GUI 配置持久化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61304"/>
            <a:ext cx="38404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微软雅黑"/>
              </a:defRPr>
            </a:pPr>
            <a:r>
              <a:t>可视化修改配置，自动保存到</a:t>
            </a:r>
            <a:br/>
            <a:r>
              <a:t>agent_config.json，下次启动加载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18872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D47A1"/>
                </a:solidFill>
                <a:latin typeface="微软雅黑"/>
              </a:defRPr>
            </a:pPr>
            <a:r>
              <a:t>📦 依赖清单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120640" y="1600200"/>
          <a:ext cx="34747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63040"/>
                <a:gridCol w="73152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依赖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必需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调用 LLM API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requests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HTTP 请求获取天气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tavily-python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联网搜索景点推荐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python-docx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创建/编辑 Word 文档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Pillow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图片处理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PySide6/PyQt5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GUI 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pytesseract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OCR 引擎（方案一）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⬜</a:t>
                      </a:r>
                    </a:p>
                  </a:txBody>
                  <a:tcPr>
                    <a:solidFill>
                      <a:srgbClr val="F0F4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PaddleOCR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OCR 引擎（方案二）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微软雅黑"/>
              </a:defRPr>
            </a:pPr>
            <a:r>
              <a:t>🤖  Easy 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BBDEFB"/>
                </a:solidFill>
                <a:latin typeface="微软雅黑"/>
              </a:defRPr>
            </a:pPr>
            <a:r>
              <a:t>让 AI 帮你完成真实世界的工作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4114800"/>
            <a:ext cx="18288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0CAF9"/>
                </a:solidFill>
                <a:latin typeface="微软雅黑"/>
              </a:defRPr>
            </a:pPr>
            <a:r>
              <a:t>📄 开源协议：MIT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0CAF9"/>
                </a:solidFill>
                <a:latin typeface="微软雅黑"/>
              </a:defRPr>
            </a:pPr>
            <a:r>
              <a:t>CLI  ·  GUI  ·  8+ 内置工具  ·  双引擎 OCR  ·  自动注册  ·  智能熔断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